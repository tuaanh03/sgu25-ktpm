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06B002C-CE3D-41E3-A7B4-739F7C63372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B959C6-DBC2-404C-80E6-83E6F50D959B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B7DE2B-41C9-4447-8827-07A6A9562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25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B7DE2B-41C9-4447-8827-07A6A95627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7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F0B6-0854-48C9-A16A-D49CB76F853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F1CBBAA-E63C-46BA-908F-BF0874D6474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549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F0B6-0854-48C9-A16A-D49CB76F853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BBAA-E63C-46BA-908F-BF0874D6474E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71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F0B6-0854-48C9-A16A-D49CB76F853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BBAA-E63C-46BA-908F-BF0874D6474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438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F0B6-0854-48C9-A16A-D49CB76F853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BBAA-E63C-46BA-908F-BF0874D6474E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339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F0B6-0854-48C9-A16A-D49CB76F853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BBAA-E63C-46BA-908F-BF0874D6474E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549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F0B6-0854-48C9-A16A-D49CB76F853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BBAA-E63C-46BA-908F-BF0874D6474E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1648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F0B6-0854-48C9-A16A-D49CB76F853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BBAA-E63C-46BA-908F-BF0874D64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54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F0B6-0854-48C9-A16A-D49CB76F853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BBAA-E63C-46BA-908F-BF0874D6474E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141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216F0B6-0854-48C9-A16A-D49CB76F853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BBAA-E63C-46BA-908F-BF0874D6474E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73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F0B6-0854-48C9-A16A-D49CB76F853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BBAA-E63C-46BA-908F-BF0874D6474E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61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F0B6-0854-48C9-A16A-D49CB76F853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BBAA-E63C-46BA-908F-BF0874D6474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208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6F0B6-0854-48C9-A16A-D49CB76F853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F1CBBAA-E63C-46BA-908F-BF0874D6474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90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8EB3-3FB0-D60A-0D7E-D63EB49AF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5881" y="802298"/>
            <a:ext cx="9478971" cy="2541431"/>
          </a:xfrm>
        </p:spPr>
        <p:txBody>
          <a:bodyPr/>
          <a:lstStyle/>
          <a:p>
            <a:pPr algn="ctr"/>
            <a:r>
              <a:rPr lang="vi-VN" dirty="0"/>
              <a:t>Business context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03D97F-00D4-EBCA-5E83-7E2F894A3D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vi-VN" dirty="0"/>
              <a:t>Grocery store – website for selling goods</a:t>
            </a:r>
          </a:p>
        </p:txBody>
      </p:sp>
    </p:spTree>
    <p:extLst>
      <p:ext uri="{BB962C8B-B14F-4D97-AF65-F5344CB8AC3E}">
        <p14:creationId xmlns:p14="http://schemas.microsoft.com/office/powerpoint/2010/main" val="2170401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73530-3F7C-3651-C1DC-632C11AC5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BUSINESS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84124-519E-236A-E9F3-CAD3C8AB7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Grocery App</a:t>
            </a:r>
            <a:r>
              <a:rPr lang="en-US" dirty="0"/>
              <a:t> covers the entire grocery shopping journey – from product discovery, cart management, order placement and tracking, to the seller’s dashboard – through well-defined frontend/backend routes.</a:t>
            </a:r>
          </a:p>
          <a:p>
            <a:r>
              <a:rPr lang="vi-VN" dirty="0"/>
              <a:t>This </a:t>
            </a:r>
            <a:r>
              <a:rPr lang="en-US" dirty="0"/>
              <a:t>app have features for both clients (user) and Administrator that can work well in mostly every shopping situation.</a:t>
            </a:r>
          </a:p>
          <a:p>
            <a:r>
              <a:rPr lang="en-US" dirty="0"/>
              <a:t>For example: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357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3CD1F-4E05-6462-0B28-1A0B78C77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catalog</a:t>
            </a:r>
            <a:br>
              <a:rPr lang="en-US" dirty="0"/>
            </a:br>
            <a:endParaRPr lang="en-US" dirty="0"/>
          </a:p>
        </p:txBody>
      </p:sp>
      <p:pic>
        <p:nvPicPr>
          <p:cNvPr id="4" name="image4.png" descr="A diagram of product catalog&#10;&#10;AI-generated content may be incorrect.">
            <a:extLst>
              <a:ext uri="{FF2B5EF4-FFF2-40B4-BE49-F238E27FC236}">
                <a16:creationId xmlns:a16="http://schemas.microsoft.com/office/drawing/2014/main" id="{3CE1C33C-1ECD-D663-4F43-1A5B27A6C75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97932" y="1941180"/>
            <a:ext cx="7996136" cy="411230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414682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6C84D-387B-5003-DB6C-C7903E2CC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38E81-2668-DBF4-39F1-810F433E8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Shopping cart</a:t>
            </a:r>
          </a:p>
        </p:txBody>
      </p:sp>
      <p:pic>
        <p:nvPicPr>
          <p:cNvPr id="9" name="image6.png" descr="A diagram of a product&#10;&#10;AI-generated content may be incorrect.">
            <a:extLst>
              <a:ext uri="{FF2B5EF4-FFF2-40B4-BE49-F238E27FC236}">
                <a16:creationId xmlns:a16="http://schemas.microsoft.com/office/drawing/2014/main" id="{6CC8E275-74B0-A171-081E-B6AC1985A6C0}"/>
              </a:ext>
            </a:extLst>
          </p:cNvPr>
          <p:cNvPicPr/>
          <p:nvPr/>
        </p:nvPicPr>
        <p:blipFill>
          <a:blip r:embed="rId3"/>
          <a:srcRect t="-2" b="24189"/>
          <a:stretch>
            <a:fillRect/>
          </a:stretch>
        </p:blipFill>
        <p:spPr>
          <a:xfrm>
            <a:off x="1451579" y="1964986"/>
            <a:ext cx="4544250" cy="4591889"/>
          </a:xfrm>
          <a:prstGeom prst="rect">
            <a:avLst/>
          </a:prstGeom>
          <a:ln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2602FB-5E1A-F692-996B-F8E5B7D3F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829" y="4689714"/>
            <a:ext cx="5580086" cy="18671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46EAD68-53C6-70FE-F7E1-FE55A8083188}"/>
              </a:ext>
            </a:extLst>
          </p:cNvPr>
          <p:cNvSpPr txBox="1"/>
          <p:nvPr/>
        </p:nvSpPr>
        <p:spPr>
          <a:xfrm>
            <a:off x="6371616" y="1964986"/>
            <a:ext cx="52042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are some main features for shopping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Buyer, they can add their choice in to cart and continue shopping. Delete and add products or change the quantity are what they can 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Seller, they can access to manage all users orders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6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DEC8C-C3BA-A914-3FB2-610D4AEAD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management</a:t>
            </a:r>
          </a:p>
        </p:txBody>
      </p:sp>
      <p:pic>
        <p:nvPicPr>
          <p:cNvPr id="8" name="image7.png" descr="A diagram of a person with text&#10;&#10;AI-generated content may be incorrect.">
            <a:extLst>
              <a:ext uri="{FF2B5EF4-FFF2-40B4-BE49-F238E27FC236}">
                <a16:creationId xmlns:a16="http://schemas.microsoft.com/office/drawing/2014/main" id="{F5C015CF-B6B8-5B05-43B5-B44946548D9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451578" y="1952777"/>
            <a:ext cx="5056225" cy="4100704"/>
          </a:xfrm>
          <a:prstGeom prst="rect">
            <a:avLst/>
          </a:prstGeom>
          <a:ln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DBDD48-3B3E-5EC8-2632-8693D1F951ED}"/>
              </a:ext>
            </a:extLst>
          </p:cNvPr>
          <p:cNvSpPr txBox="1"/>
          <p:nvPr/>
        </p:nvSpPr>
        <p:spPr>
          <a:xfrm>
            <a:off x="6974732" y="2169268"/>
            <a:ext cx="40801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the shopping, they will move to the order process. Right before click the order button, they will need to fill the address and choose paying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Seller can manage the user’s orders by get all orders</a:t>
            </a:r>
          </a:p>
        </p:txBody>
      </p:sp>
    </p:spTree>
    <p:extLst>
      <p:ext uri="{BB962C8B-B14F-4D97-AF65-F5344CB8AC3E}">
        <p14:creationId xmlns:p14="http://schemas.microsoft.com/office/powerpoint/2010/main" val="282634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9800E-EC98-1007-9C78-0CEF3DDCA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Inventory management</a:t>
            </a:r>
          </a:p>
        </p:txBody>
      </p:sp>
      <p:pic>
        <p:nvPicPr>
          <p:cNvPr id="4" name="image3.png" descr="A diagram of a company&#10;&#10;AI-generated content may be incorrect.">
            <a:extLst>
              <a:ext uri="{FF2B5EF4-FFF2-40B4-BE49-F238E27FC236}">
                <a16:creationId xmlns:a16="http://schemas.microsoft.com/office/drawing/2014/main" id="{636D8D20-25DD-4026-CEA2-4A005B2ABEE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451579" y="1941180"/>
            <a:ext cx="5377238" cy="4112301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BE97BF-26C8-2934-DF75-1BED481F36AF}"/>
              </a:ext>
            </a:extLst>
          </p:cNvPr>
          <p:cNvSpPr txBox="1"/>
          <p:nvPr/>
        </p:nvSpPr>
        <p:spPr>
          <a:xfrm>
            <a:off x="6974732" y="2169268"/>
            <a:ext cx="40801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Administrator can manage the product and inventory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main functions: create products, get products details and disable product</a:t>
            </a:r>
          </a:p>
        </p:txBody>
      </p:sp>
    </p:spTree>
    <p:extLst>
      <p:ext uri="{BB962C8B-B14F-4D97-AF65-F5344CB8AC3E}">
        <p14:creationId xmlns:p14="http://schemas.microsoft.com/office/powerpoint/2010/main" val="3740412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6B846-2B93-35A7-37B5-0E8D004E1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</a:t>
            </a:r>
            <a:br>
              <a:rPr lang="en-US" dirty="0"/>
            </a:br>
            <a:endParaRPr lang="en-US" dirty="0"/>
          </a:p>
        </p:txBody>
      </p:sp>
      <p:pic>
        <p:nvPicPr>
          <p:cNvPr id="5" name="image5.png" descr="A diagram of a system&#10;&#10;AI-generated content may be incorrect.">
            <a:extLst>
              <a:ext uri="{FF2B5EF4-FFF2-40B4-BE49-F238E27FC236}">
                <a16:creationId xmlns:a16="http://schemas.microsoft.com/office/drawing/2014/main" id="{4A5182EA-6B52-A07C-2FDA-6F5E89295F1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451579" y="2055035"/>
            <a:ext cx="5260506" cy="3998446"/>
          </a:xfrm>
          <a:prstGeom prst="rect">
            <a:avLst/>
          </a:prstGeom>
          <a:ln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F57CC9-5A0E-2EF4-2CAA-E1E532019E94}"/>
              </a:ext>
            </a:extLst>
          </p:cNvPr>
          <p:cNvSpPr txBox="1"/>
          <p:nvPr/>
        </p:nvSpPr>
        <p:spPr>
          <a:xfrm>
            <a:off x="6994187" y="2042809"/>
            <a:ext cx="40606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access control both user and admin can all do the log-in and log-out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for user they can register new account for the first time they visit the web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Authentication is the process for check the account is available or not.</a:t>
            </a:r>
          </a:p>
        </p:txBody>
      </p:sp>
    </p:spTree>
    <p:extLst>
      <p:ext uri="{BB962C8B-B14F-4D97-AF65-F5344CB8AC3E}">
        <p14:creationId xmlns:p14="http://schemas.microsoft.com/office/powerpoint/2010/main" val="1750793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28D-0700-A78A-3965-6C0447097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your attention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2F89C-55F0-591D-F24F-EDDAD6C30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Members:</a:t>
            </a:r>
          </a:p>
          <a:p>
            <a:pPr lvl="1"/>
            <a:r>
              <a:rPr lang="vi-VN" dirty="0"/>
              <a:t>Trần Hảo Điền</a:t>
            </a:r>
          </a:p>
          <a:p>
            <a:pPr lvl="1"/>
            <a:r>
              <a:rPr lang="vi-VN" dirty="0"/>
              <a:t>Ngô Tuấn Anh</a:t>
            </a:r>
          </a:p>
          <a:p>
            <a:pPr lvl="1"/>
            <a:r>
              <a:rPr lang="vi-VN" dirty="0"/>
              <a:t>Nguyễn Phương Vinh</a:t>
            </a:r>
          </a:p>
          <a:p>
            <a:pPr lvl="1"/>
            <a:r>
              <a:rPr lang="vi-VN" dirty="0"/>
              <a:t>Lê Ngọc Hiệp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22592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43</TotalTime>
  <Words>257</Words>
  <Application>Microsoft Office PowerPoint</Application>
  <PresentationFormat>Widescreen</PresentationFormat>
  <Paragraphs>28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Gill Sans MT</vt:lpstr>
      <vt:lpstr>Gallery</vt:lpstr>
      <vt:lpstr>Business context analysis</vt:lpstr>
      <vt:lpstr>I. BUSINESS CONTEXT</vt:lpstr>
      <vt:lpstr>Product catalog </vt:lpstr>
      <vt:lpstr>Shopping cart</vt:lpstr>
      <vt:lpstr>Order management</vt:lpstr>
      <vt:lpstr>Inventory management</vt:lpstr>
      <vt:lpstr>Access control </vt:lpstr>
      <vt:lpstr>Thank you for your attention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Điền Trần</dc:creator>
  <cp:lastModifiedBy>Điền Trần</cp:lastModifiedBy>
  <cp:revision>2</cp:revision>
  <dcterms:created xsi:type="dcterms:W3CDTF">2025-09-24T15:10:12Z</dcterms:created>
  <dcterms:modified xsi:type="dcterms:W3CDTF">2025-09-24T15:53:39Z</dcterms:modified>
</cp:coreProperties>
</file>